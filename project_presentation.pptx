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56032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017520"/>
            <a:ext cx="2926080" cy="2926080"/>
          </a:xfrm>
          <a:prstGeom prst="ellipse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34440"/>
            <a:ext cx="82296" cy="20116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09728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Crawler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49808" y="3337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 — Team Project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4434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AI2000 · Data Structures and Algorithms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11480" y="1289304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Terminal-based Roguelike Dungeon Crawler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 curses library)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 5 floors · Defeat enemies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items · Reach the GOAL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0515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846320" y="1289304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/ Arrow keys — Move &amp; Attack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Use Potion from inventory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/ R — Undo / Redo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View Inventory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Leaderboard   |   Q — Quit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971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3209544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× 20 tiles per floor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 randomly placed rooms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L-shaped corridor connections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generation each run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88036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971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ENEMIES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3209544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1–2: Goblin (G)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3–4: Elite Goblin (G)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5: Goblin Boss (B)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enemies scale with floor depth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 Structure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32688"/>
          <a:ext cx="85953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point — curses.wrapper → GameEngine.run()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src/engine.py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game loop, input handling, turn dispatch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src/core/map.py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(2D Array + Adjacency List graph), dungeon 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src/core/entities.py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 (List+Dict+Tree inventory), Enemy, Item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src/core/inventory.py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InventoryTree (Tree), ItemDatabase (Dict), QuickSlots (List)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A5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src/ds_algo/stack.py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UndoStack — Feature 02: Undo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A5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src/ds_algo/queue.py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TurnQueue — Feature 03: Turn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A5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src/ds_algo/pathfinding.py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a_star_search() — Feature 05: Enemy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A5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src/ds_algo/sorting.py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get_top_k_scores() — Feature 06: Leaderboard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0A5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src/utils/data_handler.py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/ save leaderboard JSON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src/ui/renderer.py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curses rendering 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uses a justified DS / algorithm — implementation + defence required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25296"/>
            <a:ext cx="402336" cy="23774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2529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Map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901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2D Array + Adjacency List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15568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25296"/>
            <a:ext cx="402336" cy="23774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2529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536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System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901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(LIFO)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115568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25296"/>
            <a:ext cx="402336" cy="23774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22529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536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Management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901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 Queue (Min-Heap)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651760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2761488"/>
            <a:ext cx="402336" cy="23774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76148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0723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Inventory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4381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+ Dict + Tree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651760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2761488"/>
            <a:ext cx="402336" cy="23774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76148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30723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AI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34381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A* Pathfinding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651760"/>
            <a:ext cx="274320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2761488"/>
            <a:ext cx="402336" cy="237744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76148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07238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63640" y="34381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Min-Heap Top-K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" y="4178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pts × 6 = 90 pts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 — Dungeon 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02336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" y="8046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Map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11338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DS: 2D Array + Adjacency List (Graph)   ·   src/core/map.py → class Floor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591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865376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self.grid  — 2D list of chars ('#'=wall, '.'=floor), 60×20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self.graph — dict: (x,y) → list of neighbor (x,y) tuples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is_walkable(x,y): O(1) direct index lookup grid[y][x]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build_graph(): runs after dungeon gen — O(W×H)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Iterates all tiles; stores walkable neighbors per tile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get_neighbors(x,y): O(1) dict lookup — no inline 4-dir check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gen: random rooms + L-shaped corridor tunnels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481328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591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DS / COMPARISON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865376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2D Array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O(1) tile access — perfect for rendering &amp; collision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Adjacency List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Explicit connectivity → BFS/DFS/A* use it directly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Alt: Adjacency Matrix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V²=1,440,000 entries for 60×20 map — huge waste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O(W×H) grid + O(V+E) graph, V≤1200, E≤4V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 — Undo System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02336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" y="8046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11338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DS: Stack (LIFO)   ·   src/ds_algo/stack.py → UndoStack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591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865376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stacks: undo_stack + redo_stack (both UndoStack)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push(state): append deepcopy of full game state — O(1)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pop(): returns most-recent state — O(1)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max_size=50: evicts oldest on overflow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move/potion: capture_state() → undo_stack.push()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key (Undo):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undo_stack.pop() → restore; current → redo_stack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key (Redo):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redo_stack.pop() → restore; current → undo_stack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action: redo_stack.clear()  (standard undo pattern)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481328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591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DS / COMPARISON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865376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Stack (LIFO)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Undo = reverse order = LIFO. Stack matches exactly.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pop: O(1) — no search ever needed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O(max_size × state_size), capped at 50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Alt: Queue (FIFO)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Would undo oldest action first → wrong order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Alt: Linked List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Works, but Python list-as-stack is simpler, same O(1)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Alt: Delta / Diff storage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Saves memory but complex to implement correctly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 — Turn Management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02336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" y="8046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Management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11338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DS: Priority Queue (Min-Heap)   ·   src/ds_algo/queue.py → TurnQueue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591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865376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Min-Heap via Python heapq; node = (time_to_act, entity)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time_to_act = current_time + (100 / entity.speed)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Higher speed → smaller delay → acts sooner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enqueue(entity, t): heapq.heappush — O(log 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dequeue(): heapq.heappop (min time_to_act) — O(log 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action: entity re-enqueued with updated time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speed=10, Goblin speed=7..10 (scales with floor)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TurnNode.__lt__ compares by time_to_act for heapq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481328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591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DS / COMPARISON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865376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Priority Queue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Entities have different speeds → FIFO fails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Min-Heap gives O(log N) extract-min per turn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O(log N) enqueue &amp; dequeue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O(N), N = active entities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Alt: Plain Queue (FIFO)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Equal turns only — cannot model speed differences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Alt: Sorted List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Insert O(N) vs heap O(log N) — worse with many enemies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Alt: Round-robin array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Cannot express speed-based priority at all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 — Item Inventory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02336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" y="8046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Inventory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11338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DS: List + Dict + Tree   ·   src/core/entities.py (Player) + src/core/inventory.py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591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865376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structures maintained in sync:</a:t>
            </a:r>
            <a:endParaRPr lang="en-US" sz="1050" dirty="0"/>
          </a:p>
          <a:p>
            <a:pPr lvl="1" marL="6858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List  self.inventory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Ordered full list — display, iteration — append O(1)</a:t>
            </a:r>
            <a:endParaRPr lang="en-US" sz="1050" dirty="0"/>
          </a:p>
          <a:p>
            <a:pPr lvl="1" marL="6858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Dict  self._inventory_dict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type_name → [items] — O(1) type lookup</a:t>
            </a:r>
            <a:endParaRPr lang="en-US" sz="1050" dirty="0"/>
          </a:p>
          <a:p>
            <a:pPr lvl="1" marL="6858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Tree  self.inventory_tree (InventoryTree)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Weapon / Consumable / Etc category hierarchy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find_first_item(Potion): Dict O(1) — no linear scan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add_item(): all 3 updated — each O(1)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481328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591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DS / COMPARISON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865376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List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Natural for ordered display; append O(1)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Dict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find_first_item called every potion-use turn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O(1) vs O(N) linear scan on list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Tree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Category hierarchy is tree-shaped by nature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get_all_items_in_category: O(k), not O(N) filter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Alt: List only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find_first_item O(N) — slow as inventory grows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Alt: BST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Overkill; general tree fits category model better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05 — Enemy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02336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" y="8046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11338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A* Pathfinding   ·   src/ds_algo/pathfinding.py → a_star_search()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591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865376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every enemy turn: enemy → player shortest path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frontier: Min-Heap (heapq), sorted by f(n)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f(n) = g(n) + h(n)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g(n): steps from start, h(n): Manhattan distance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came_from: dict — path reconstruction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cost_so_far: dict — g-scores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Heuristic: |Δx| + |Δy| (admissible, 4-dir grid)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Manhattan dist == 1: attack directly (skip A*)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 list[(x,y)]; enemy moves to path[0]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481328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591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DS / COMPARISON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865376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A*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Guaranteed shortest path + heuristic guides search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Expands ~40-60% fewer nodes than BFS in grid maps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O(V log V) worst case, better with heuristic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O(V) for came_from + cost_so_far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Alt: BFS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Shortest path ✓ BUT explores all directions equally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heuristic → more nodes expanded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Alt: DFS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shortest path guarantee — enemy takes wrong route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Alt: Dijkstra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A* with h=0; Manhattan heuristic makes A* faster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06 — Leaderboard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402336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41248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" y="80467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11338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Min-Heap Top-K   ·   src/ds_algo/sorting.py → get_top_k_scores()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81328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591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865376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get_top_k_scores(score_list, k=10):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① heap size &lt; K → heappush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② score &gt; heap[0].score → heappushpop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③ sort heap descending → return top-K list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ScoreRecord.__lt__ enables min-heap by score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formula: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level×100 + exp + hp + floor_reached×50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save_leaderboard() uses get_top_k_scores, not sorted()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to data/leaderboard.json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481328"/>
            <a:ext cx="41605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591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DS / COMPARISON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865376"/>
            <a:ext cx="3886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Min-Heap Top-K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Only need top 10 from N entries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Heap of size K → skip losers in O(log K) each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O(N log K) — much better than O(N log 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O(K) for heap vs O(N) for full sort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Alt: sorted()[:10]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O(N log N) — sorts ALL N even if discarding N-10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Alt: Max-Heap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 O(N) then K heappops O(K log N) — more steps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Alt: Insertion sort Top-K</a:t>
            </a:r>
            <a:endParaRPr lang="en-US" sz="1050" dirty="0"/>
          </a:p>
          <a:p>
            <a:pPr lvl="1" indent="0" marL="0">
              <a:buNone/>
            </a:pPr>
            <a:r>
              <a:rPr lang="en-US" sz="105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O(N×K) — worse than heap for K &gt; 5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Complexity Summary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737360"/>
                <a:gridCol w="1874520"/>
                <a:gridCol w="10058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 / 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Code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6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Dungeon 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Array + Adj.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O(WH) build, O(1) lookup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O(WH)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map.py: Floor.build_graph()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(LIFO)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 push / pop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O(50 × state)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stack.py: UndoStack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 (Min-Heap)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O(log N) enqueue / dequeue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queue.py: TurnQueue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Inventory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+ Dict + 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O(1) add, O(1) find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entities.py: Player.add_item()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Enemy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 Pathfinding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O(V log V) worst case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O(V)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pathfinding.py: a_star_search()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Min-Heap Top-K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O(N log K)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O(K)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sorting.py: get_top_k_scores()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54864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243584"/>
            <a:ext cx="274320" cy="274320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43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1097280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starts → Floor 1 generated (60×20, random rooms + corridors)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984248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2240280"/>
            <a:ext cx="274320" cy="274320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2093976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moves player → TurnQueue dispatches by speed (player 10, goblin 7-10)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980944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3236976"/>
            <a:ext cx="274320" cy="274320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3090672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turn → a_star_search() finds shortest path to player each turn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977640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4233672"/>
            <a:ext cx="274320" cy="274320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4087368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steps on Potion → add_item() updates List + Dict + Tree simultaneously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987552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18888" y="1243584"/>
            <a:ext cx="274320" cy="274320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1243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84648" y="1097280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key → find_first_item(Potion) via Dict O(1) lookup, remove from all 3 DS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984248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18888" y="2240280"/>
            <a:ext cx="274320" cy="274320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84648" y="2093976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key → undo_stack.pop() O(1) restores full state; redo_stack.push() saves current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980944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18888" y="3236976"/>
            <a:ext cx="274320" cy="274320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84648" y="3090672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steps on '&gt;' ladder → descend to Floor 2, new map generated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977640"/>
            <a:ext cx="4160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18888" y="4233672"/>
            <a:ext cx="274320" cy="274320"/>
          </a:xfrm>
          <a:prstGeom prst="rect">
            <a:avLst/>
          </a:prstGeom>
          <a:solidFill>
            <a:srgbClr val="1A1A6E"/>
          </a:solidFill>
          <a:ln w="12700">
            <a:solidFill>
              <a:srgbClr val="1A1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84648" y="4087368"/>
            <a:ext cx="3547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5 GOAL 'X' reached → score computed → Min-Heap Top-K saves to JSON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474720" cy="3474720"/>
          </a:xfrm>
          <a:prstGeom prst="ellipse">
            <a:avLst/>
          </a:prstGeom>
          <a:solidFill>
            <a:srgbClr val="F0A500">
              <a:alpha val="10000"/>
            </a:srgbClr>
          </a:solidFill>
          <a:ln w="12700">
            <a:solidFill>
              <a:srgbClr val="F0A500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it.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74320" y="2971800"/>
            <a:ext cx="2606040" cy="11887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035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337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runs start → play → end on any machine with Python + curses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8980" y="2971800"/>
            <a:ext cx="2606040" cy="11887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6140" y="3035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06140" y="3337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DS/algorithm choice has a justified reason — not just "it works"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2971800"/>
            <a:ext cx="2606040" cy="11887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0358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337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names ≥1 alternative with time/space trade-off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2026-06-04T08:38:46Z</dcterms:created>
  <dcterms:modified xsi:type="dcterms:W3CDTF">2026-06-04T08:38:46Z</dcterms:modified>
</cp:coreProperties>
</file>